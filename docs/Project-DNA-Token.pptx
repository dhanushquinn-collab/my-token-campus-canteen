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16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60120"/>
            <a:ext cx="12191695" cy="5897880"/>
          </a:xfrm>
          <a:prstGeom prst="rect">
            <a:avLst/>
          </a:prstGeom>
          <a:solidFill>
            <a:srgbClr val="101A16">
              <a:alpha val="92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0" y="13716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'C'  ·  3RD SEMESTER  ·  KRISTU JAYANTI COLLEGE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0" y="19659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E7A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ctr" indent="0" marL="0">
              <a:buNone/>
            </a:pPr>
            <a:r>
              <a:rPr lang="en-US" sz="2000" b="1" spc="300" kern="0" dirty="0">
                <a:solidFill>
                  <a:srgbClr val="E7A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0" y="2395728"/>
            <a:ext cx="121916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spc="100" kern="0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DNA</a:t>
            </a:r>
            <a:endParaRPr lang="en-US" sz="6800" dirty="0"/>
          </a:p>
        </p:txBody>
      </p:sp>
      <p:sp>
        <p:nvSpPr>
          <p:cNvPr id="8" name="Text 5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CAD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 &amp;  Anusha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0" y="42245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50" kern="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PRE-ORDER SYSTEM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J   </a:t>
            </a:r>
            <a:pPr algn="ctr" indent="0" marL="0">
              <a:buNone/>
            </a:pPr>
            <a:r>
              <a:rPr lang="en-US" sz="1500" b="1" dirty="0">
                <a:solidFill>
                  <a:srgbClr val="E7A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25MCAC18</a:t>
            </a:r>
            <a:pPr algn="ctr" indent="0" marL="0">
              <a:buNone/>
            </a:pPr>
            <a:r>
              <a:rPr lang="en-US" sz="150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500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G   </a:t>
            </a:r>
            <a:pPr algn="ctr" indent="0" marL="0">
              <a:buNone/>
            </a:pPr>
            <a:r>
              <a:rPr lang="en-US" sz="1500" b="1" dirty="0">
                <a:solidFill>
                  <a:srgbClr val="E7A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25MCAC11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Kristu Jayanti College (Deemed to be University), Bengaluru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proble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0"/>
            <a:ext cx="384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51215" y="0"/>
            <a:ext cx="3840480" cy="6858000"/>
          </a:xfrm>
          <a:prstGeom prst="rect">
            <a:avLst/>
          </a:prstGeom>
          <a:solidFill>
            <a:srgbClr val="101A16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45375" y="0"/>
            <a:ext cx="1005840" cy="6858000"/>
          </a:xfrm>
          <a:prstGeom prst="rect">
            <a:avLst/>
          </a:prstGeom>
          <a:solidFill>
            <a:srgbClr val="101A16">
              <a:alpha val="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502920"/>
            <a:ext cx="7345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7345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canteen queue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costs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2542032"/>
            <a:ext cx="201168" cy="20116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514600"/>
            <a:ext cx="69338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eat into short breaks between classes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300984"/>
            <a:ext cx="69338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stock — dishes turn out sold out only after queuing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087368"/>
            <a:ext cx="69338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from order to pickup, so students wait blind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548640" y="4901184"/>
            <a:ext cx="201168" cy="20116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901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4873752"/>
            <a:ext cx="69338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 for health-conscious students on a static paper menu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548640" y="5687568"/>
            <a:ext cx="201168" cy="20116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687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5660136"/>
            <a:ext cx="69338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tokens and cash-only lines slow checkout and invite disputes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1505895" y="6263640"/>
            <a:ext cx="292608" cy="29260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1505895" y="6263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Token sets out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from anywhere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live menu and order ahead from any device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1965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10" name="Shape 8"/>
          <p:cNvSpPr/>
          <p:nvPr/>
        </p:nvSpPr>
        <p:spPr>
          <a:xfrm>
            <a:off x="4609490" y="2221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949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09490" y="2834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tracking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3291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Placed, Accepted, Cooking, Ready, Collected — visible at every stage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8277" y="1965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4309" y="2221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4309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14309" y="2834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counter dashboard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4309" y="3291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 the queue and stock without manual bookkeeping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507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120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ordering assistant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577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by budget, diet and time, including healthy-eating picks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3458" y="4251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09490" y="4507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0949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609490" y="5120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payment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09490" y="5577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by UPI or offline at the counter, whichever is faster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8277" y="4251960"/>
            <a:ext cx="3484778" cy="1965960"/>
          </a:xfrm>
          <a:prstGeom prst="roundRect">
            <a:avLst>
              <a:gd name="adj" fmla="val 3721"/>
            </a:avLst>
          </a:prstGeom>
          <a:solidFill>
            <a:srgbClr val="17251F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4309" y="4507992"/>
            <a:ext cx="457200" cy="45720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4309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8414309" y="5120640"/>
            <a:ext cx="29727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familiar, fast experience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414309" y="5577840"/>
            <a:ext cx="29727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pickup, with the polish of apps students already use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1505895" y="6263640"/>
            <a:ext cx="292608" cy="29260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505895" y="6263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Token is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7251F"/>
          </a:solidFill>
          <a:ln/>
        </p:spPr>
      </p:sp>
      <p:sp>
        <p:nvSpPr>
          <p:cNvPr id="5" name="Shape 3"/>
          <p:cNvSpPr/>
          <p:nvPr/>
        </p:nvSpPr>
        <p:spPr>
          <a:xfrm>
            <a:off x="6278728" y="196596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725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2199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4724248" cy="566928"/>
          </a:xfrm>
          <a:prstGeom prst="roundRect">
            <a:avLst>
              <a:gd name="adj" fmla="val 9677"/>
            </a:avLst>
          </a:prstGeom>
          <a:solidFill>
            <a:srgbClr val="1F3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69748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App  </a:t>
            </a:r>
            <a:pPr algn="l" indent="0" marL="0">
              <a:buNone/>
            </a:pPr>
            <a:r>
              <a:rPr lang="en-US" sz="10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 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3697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81C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724248" cy="566928"/>
          </a:xfrm>
          <a:prstGeom prst="roundRect">
            <a:avLst>
              <a:gd name="adj" fmla="val 9677"/>
            </a:avLst>
          </a:prstGeom>
          <a:solidFill>
            <a:srgbClr val="1F31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52044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API Layer  </a:t>
            </a:r>
            <a:pPr algn="l" indent="0" marL="0">
              <a:buNone/>
            </a:pPr>
            <a:r>
              <a:rPr lang="en-US" sz="10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REST endpoints exactly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5993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81C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343400"/>
            <a:ext cx="4724248" cy="566928"/>
          </a:xfrm>
          <a:prstGeom prst="roundRect">
            <a:avLst>
              <a:gd name="adj" fmla="val 9677"/>
            </a:avLst>
          </a:prstGeom>
          <a:solidFill>
            <a:srgbClr val="1F312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34340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Order Engine  </a:t>
            </a:r>
            <a:pPr algn="l" indent="0" marL="0">
              <a:buNone/>
            </a:pPr>
            <a:r>
              <a:rPr lang="en-US" sz="10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status updates as orders move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88289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A81C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5166360"/>
            <a:ext cx="4724248" cy="566928"/>
          </a:xfrm>
          <a:prstGeom prst="roundRect">
            <a:avLst>
              <a:gd name="adj" fmla="val 9677"/>
            </a:avLst>
          </a:prstGeom>
          <a:solidFill>
            <a:srgbClr val="1F31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166360"/>
            <a:ext cx="4358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Dashboard  </a:t>
            </a:r>
            <a:pPr algn="l" indent="0" marL="0">
              <a:buNone/>
            </a:pPr>
            <a:r>
              <a:rPr lang="en-US" sz="105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view and stock control for staff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623560"/>
            <a:ext cx="472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 throughout — the Node/Express + MongoDB backend already built drops in without changing the front end.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222199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87728" y="3337560"/>
            <a:ext cx="566928" cy="56692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7728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98768" y="3995928"/>
            <a:ext cx="944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08936" y="3337560"/>
            <a:ext cx="377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A49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32578" y="3337560"/>
            <a:ext cx="566928" cy="56692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32578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43617" y="3995928"/>
            <a:ext cx="944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53786" y="3337560"/>
            <a:ext cx="377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A49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77427" y="3337560"/>
            <a:ext cx="566928" cy="56692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77427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488467" y="3995928"/>
            <a:ext cx="944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198635" y="3337560"/>
            <a:ext cx="377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A49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22277" y="3337560"/>
            <a:ext cx="566928" cy="566928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22277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433316" y="3995928"/>
            <a:ext cx="944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143485" y="3337560"/>
            <a:ext cx="377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A49B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567126" y="3337560"/>
            <a:ext cx="566928" cy="56692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67126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378166" y="3995928"/>
            <a:ext cx="944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598768" y="461772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in-browser kitchen ticker advances demo orders on a timer, the same stages a live counter would move them through by hand.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598768" y="5623560"/>
            <a:ext cx="472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approach: iterative, feature by feature, validated by a 58-check automated test suite covering auth, ordering, coupons, permissions and the assistant before any UI was wired to it.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505895" y="6263640"/>
            <a:ext cx="292608" cy="29260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505895" y="6263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Token runs 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533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560320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3182112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03904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380390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442569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02254" y="2057400"/>
            <a:ext cx="2533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02254" y="2560320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66846" y="2560320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02254" y="3182112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66846" y="3182112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02254" y="3803904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66846" y="380390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02254" y="4425696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846" y="4425696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02254" y="5047488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846" y="5047488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55868" y="2057400"/>
            <a:ext cx="2533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5868" y="2560320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0460" y="2560320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Ordering Assistant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55868" y="3182112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20460" y="3182112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109481" y="2057400"/>
            <a:ext cx="2533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DESIGN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09481" y="2560320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74073" y="2560320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58-Check Test Suite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09481" y="3182112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74073" y="3182112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 Identity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109481" y="3803904"/>
            <a:ext cx="2533574" cy="502920"/>
          </a:xfrm>
          <a:prstGeom prst="roundRect">
            <a:avLst>
              <a:gd name="adj" fmla="val 12727"/>
            </a:avLst>
          </a:prstGeom>
          <a:solidFill>
            <a:srgbClr val="1725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74073" y="380390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Food Photography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1505895" y="6263640"/>
            <a:ext cx="292608" cy="29260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505895" y="6263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 TOKEN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pre-order changes the counter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7251F"/>
          </a:solidFill>
          <a:ln/>
        </p:spPr>
      </p:sp>
      <p:sp>
        <p:nvSpPr>
          <p:cNvPr id="5" name="Shape 3"/>
          <p:cNvSpPr/>
          <p:nvPr/>
        </p:nvSpPr>
        <p:spPr>
          <a:xfrm>
            <a:off x="6278728" y="1965960"/>
            <a:ext cx="5364328" cy="4434840"/>
          </a:xfrm>
          <a:prstGeom prst="roundRect">
            <a:avLst>
              <a:gd name="adj" fmla="val 1649"/>
            </a:avLst>
          </a:prstGeom>
          <a:solidFill>
            <a:srgbClr val="1725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CANTEEN PROCESS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44488" y="22402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A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624328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587752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queue with no visibility into wait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191256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3154680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stock — dishes go sold out mid-queue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58184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35024" y="3721608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 or status updates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325112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4288536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verbal tokens — easy to dispute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4855464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 from students to the kitchen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5458968"/>
            <a:ext cx="274320" cy="274320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458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35024" y="5422392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Cash-only, one-speed checkout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4488" y="2624328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44488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65112" y="2587752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ahead, walk over only when it is ready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44488" y="3191256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44488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65112" y="3154680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menu — stock updates instantly for everyone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44488" y="3758184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44488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65112" y="3721608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Placed through to Collected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44488" y="4325112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44488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065112" y="4288536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Digital, numbered tokens — nothing to dispute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44488" y="4892040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44488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65112" y="4855464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reviews feed back to the kitchen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44488" y="5458968"/>
            <a:ext cx="274320" cy="274320"/>
          </a:xfrm>
          <a:prstGeom prst="ellipse">
            <a:avLst/>
          </a:prstGeom>
          <a:solidFill>
            <a:srgbClr val="E7A81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44488" y="5458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065112" y="5422392"/>
            <a:ext cx="422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UPI or pay offline at the counter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1505895" y="6263640"/>
            <a:ext cx="292608" cy="292608"/>
          </a:xfrm>
          <a:prstGeom prst="ellipse">
            <a:avLst/>
          </a:prstGeom>
          <a:solidFill>
            <a:srgbClr val="1F312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505895" y="6263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clos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16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377440"/>
            <a:ext cx="12191695" cy="4480560"/>
          </a:xfrm>
          <a:prstGeom prst="rect">
            <a:avLst/>
          </a:prstGeom>
          <a:solidFill>
            <a:srgbClr val="101A16">
              <a:alpha val="90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0" y="2606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7A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ctr" indent="0" marL="0">
              <a:buNone/>
            </a:pPr>
            <a:r>
              <a:rPr lang="en-US" sz="1600" b="1" spc="300" kern="0" dirty="0">
                <a:solidFill>
                  <a:srgbClr val="E7A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301752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2E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50" kern="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PRE-ORDER SYSTEM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J   </a:t>
            </a:r>
            <a:pPr algn="ctr" indent="0" marL="0">
              <a:buNone/>
            </a:pPr>
            <a:r>
              <a:rPr lang="en-US" sz="1400" b="1" dirty="0">
                <a:solidFill>
                  <a:srgbClr val="E7A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25MCAC18</a:t>
            </a:r>
            <a:pPr algn="ctr" indent="0" marL="0">
              <a:buNone/>
            </a:pPr>
            <a:r>
              <a:rPr lang="en-US" sz="140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pPr algn="ctr" indent="0" marL="0">
              <a:buNone/>
            </a:pPr>
            <a:r>
              <a:rPr lang="en-US" sz="1400" dirty="0">
                <a:solidFill>
                  <a:srgbClr val="F2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Anusha G   </a:t>
            </a:r>
            <a:pPr algn="ctr" indent="0" marL="0">
              <a:buNone/>
            </a:pPr>
            <a:r>
              <a:rPr lang="en-US" sz="1400" b="1" dirty="0">
                <a:solidFill>
                  <a:srgbClr val="E7A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25MCAC11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0" y="5303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'C', 3rd Semester  ·  Kristu Jayanti College (Deemed to be University)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DNA — Token</dc:title>
  <dc:subject>PptxGenJS Presentation</dc:subject>
  <dc:creator>Dhanush J &amp; Anusha G</dc:creator>
  <cp:lastModifiedBy>Dhanush J &amp; Anusha G</cp:lastModifiedBy>
  <cp:revision>1</cp:revision>
  <dcterms:created xsi:type="dcterms:W3CDTF">2026-09-06T22:17:42Z</dcterms:created>
  <dcterms:modified xsi:type="dcterms:W3CDTF">2026-09-06T22:17:42Z</dcterms:modified>
</cp:coreProperties>
</file>